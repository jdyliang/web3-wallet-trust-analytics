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47498bd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47498bd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47498bd22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47498bd22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47498bd22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47498bd22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47498bd22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47498bd22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47498bd22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47498bd22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47498bd22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47498bd22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47498bd22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47498bd22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47498bd22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47498bd22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47498bd22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47498bd22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47498bd22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47498bd22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Web 3 Wallet Trust Analytics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Judy Liang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Analyze Ethereum wallet behavior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Identify human vs bot-like activity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Build a trust scoring system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pipeline + feature engineering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Behavioral modeling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API + dashboard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Pipeline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Etherscan API</a:t>
            </a:r>
            <a:endParaRPr/>
          </a:p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Retrieve</a:t>
            </a:r>
            <a:r>
              <a:rPr lang="en"/>
              <a:t> wallet transaction data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Clean and preprocess raw data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Structure dataset for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Transaction frequency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Wallet 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Activity consistency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Counterparty </a:t>
            </a:r>
            <a:r>
              <a:rPr lang="en"/>
              <a:t>diversity</a:t>
            </a:r>
            <a:endParaRPr/>
          </a:p>
        </p:txBody>
      </p:sp>
      <p:sp>
        <p:nvSpPr>
          <p:cNvPr id="76" name="Google Shape;76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Capture behavioral patterns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Distinguish human vs automated activity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Trust Scoring Model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Type: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Rule-based scoring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Outputs: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Trust score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Trust tier (Bronze / Silver / Gold)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Human Likelihood (Low / Medium / High)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Combine multiple behavioral signals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Scoring Framework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Definition: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High-risk wallets exhibit abnormal or bot-like transaction behavior.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Key Signals: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High transaction frequency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Low wallet age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Irregular or burst activity patterns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These signals </a:t>
            </a:r>
            <a:r>
              <a:rPr lang="en"/>
              <a:t>indicate</a:t>
            </a:r>
            <a:r>
              <a:rPr lang="en"/>
              <a:t> automated or suspicious behavior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Wallets with low trust scores are treated as higher risk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Application: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Flag potentially risky wallets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Support</a:t>
            </a:r>
            <a:r>
              <a:rPr lang="en"/>
              <a:t> risk control and monitoring in Web3 systems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Interpretation Example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 (High Risk):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Very high transaction frequency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Low wallet 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Likely automated   →   High risk</a:t>
            </a:r>
            <a:endParaRPr/>
          </a:p>
        </p:txBody>
      </p:sp>
      <p:sp>
        <p:nvSpPr>
          <p:cNvPr id="96" name="Google Shape;96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 (Low Risk):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Stable transaction pattern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Moderate activity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Likely human  →   Low risk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216575" y="3559500"/>
            <a:ext cx="8520600" cy="15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4: API &amp; Dashboard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Query wallet  →   return trust evaluation                                           </a:t>
            </a:r>
            <a:endParaRPr sz="1100"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Proof-style JSON output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Dashboard:</a:t>
            </a:r>
            <a:endParaRPr sz="1100"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Visualize trust tier distribution</a:t>
            </a:r>
            <a:endParaRPr sz="1100"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Analyze wallet behavior patterns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System:</a:t>
            </a:r>
            <a:endParaRPr sz="1100"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End-to-end analytics pipeline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0" y="0"/>
            <a:ext cx="367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3865375" y="8400"/>
            <a:ext cx="52083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creenShot_2026-04-06_131703_3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50" y="812400"/>
            <a:ext cx="367665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 title="ScreenShot_2026-04-06_131222_8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733350" cy="6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ScreenShot_2026-04-06_131132_56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5375" y="8400"/>
            <a:ext cx="2814449" cy="165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ScreenShot_2026-04-06_131143_56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2700" y="1489300"/>
            <a:ext cx="2717124" cy="20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ScreenShot_2026-04-06_131151_96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29925" y="129350"/>
            <a:ext cx="2443750" cy="315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burst activity →  likely bot-like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Stable activity →   higher trust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Behavioral signals useful for risk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wallets fall into low trust categories, suggesting a high proportion of bot-like behavior.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 end-to-end wallet analytics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→  Features  →   Model  →   API   →  Dashboard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system can support risk detection and user classification in Web3 environments.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Applications: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Risk control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Fraud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classification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